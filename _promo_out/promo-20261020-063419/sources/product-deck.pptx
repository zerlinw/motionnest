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/>
    <p:sldId id="257"/>
    <p:sldId id="258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/>
        <p:blipFill>
          <a:blip r:embed="rId1"/>
          <a:stretch>
            <a:fillRect/>
          </a:stretch>
        </p:blipFill>
        <p:spPr/>
      </p:pic>
      <p:sp>
        <p:nvSpPr/>
        <p:spPr/>
        <p:txBody>
          <a:bodyPr/>
          <a:p>
            <a:r>
              <a:rPr lang="zh-CN" sz="3200" b="1"/>
              <a:t>XR-500 工业巡检机器人 · 产品介绍</a:t>
            </a:r>
          </a:p>
        </p:txBody>
      </p:sp>
      <p:sp>
        <p:nvSpPr/>
        <p:spPr/>
        <p:txBody>
          <a:bodyPr/>
          <a:p>
            <a:r>
              <a:rPr lang="zh-CN" sz="1600"/>
              <a:t>面向石化厂区的自主巡检设备</a:t>
            </a:r>
          </a:p>
        </p:txBody>
      </p:sp>
      <p:sp>
        <p:nvSpPr/>
        <p:spPr/>
        <p:txBody>
          <a:bodyPr/>
          <a:p>
            <a:r>
              <a:rPr lang="zh-CN" sz="1600"/>
              <a:t>IP66 防护 · 耐酸碱外壳</a:t>
            </a:r>
          </a:p>
        </p:txBody>
      </p:sp>
      <p:sp>
        <p:nvSpPr/>
        <p:spPr/>
        <p:txBody>
          <a:bodyPr/>
          <a:p>
            <a:r>
              <a:rPr lang="zh-CN" sz="1600"/>
              <a:t>已服务 30+ 行业客户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/>
        <p:blipFill>
          <a:blip r:embed="rId1"/>
          <a:stretch>
            <a:fillRect/>
          </a:stretch>
        </p:blipFill>
        <p:spPr/>
      </p:pic>
      <p:sp>
        <p:nvSpPr/>
        <p:spPr/>
        <p:txBody>
          <a:bodyPr/>
          <a:p>
            <a:r>
              <a:rPr lang="zh-CN" sz="3200" b="1"/>
              <a:t>核心能力</a:t>
            </a:r>
          </a:p>
        </p:txBody>
      </p:sp>
      <p:sp>
        <p:nvSpPr/>
        <p:spPr/>
        <p:txBody>
          <a:bodyPr/>
          <a:p>
            <a:r>
              <a:rPr lang="zh-CN" sz="1600"/>
              <a:t>多传感器融合避障，巡检路径自主规划</a:t>
            </a:r>
          </a:p>
        </p:txBody>
      </p:sp>
      <p:sp>
        <p:nvSpPr/>
        <p:spPr/>
        <p:txBody>
          <a:bodyPr/>
          <a:p>
            <a:r>
              <a:rPr lang="zh-CN" sz="1600"/>
              <a:t>夜间红外热成像，异常温升实时告警</a:t>
            </a:r>
          </a:p>
        </p:txBody>
      </p:sp>
      <p:sp>
        <p:nvSpPr/>
        <p:spPr/>
        <p:txBody>
          <a:bodyPr/>
          <a:p>
            <a:r>
              <a:rPr lang="zh-CN" sz="1600"/>
              <a:t>云端报表自动生成，运维数据可追溯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/>
        <p:blipFill>
          <a:blip r:embed="rId1"/>
          <a:stretch>
            <a:fillRect/>
          </a:stretch>
        </p:blipFill>
        <p:spPr/>
      </p:pic>
      <p:sp>
        <p:nvSpPr/>
        <p:spPr/>
        <p:txBody>
          <a:bodyPr/>
          <a:p>
            <a:r>
              <a:rPr lang="zh-CN" sz="3200" b="1"/>
              <a:t>关键参数</a:t>
            </a:r>
          </a:p>
        </p:txBody>
      </p:sp>
      <p:sp>
        <p:nvSpPr/>
        <p:spPr/>
        <p:txBody>
          <a:bodyPr/>
          <a:p>
            <a:r>
              <a:rPr lang="zh-CN" sz="1600"/>
              <a:t>续航 12 小时（Pro 版 18 小时）</a:t>
            </a:r>
          </a:p>
        </p:txBody>
      </p:sp>
      <p:sp>
        <p:nvSpPr/>
        <p:spPr/>
        <p:txBody>
          <a:bodyPr/>
          <a:p>
            <a:r>
              <a:rPr lang="zh-CN" sz="1600"/>
              <a:t>防护等级 IP66（Pro 版 IP67）</a:t>
            </a:r>
          </a:p>
        </p:txBody>
      </p:sp>
      <p:sp>
        <p:nvSpPr/>
        <p:spPr/>
        <p:txBody>
          <a:bodyPr/>
          <a:p>
            <a:r>
              <a:rPr lang="zh-CN" sz="1600"/>
              <a:t>单机覆盖 5 公里管廊</a:t>
            </a:r>
          </a:p>
        </p:txBody>
      </p:sp>
    </p:spTree>
  </p:cSld>
</p:sld>
</file>